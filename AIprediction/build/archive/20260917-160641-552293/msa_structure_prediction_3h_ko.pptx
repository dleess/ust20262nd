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lDDT 계산과 pLDDT 학습, 6쪽은 pLDDT·PAE, 7쪽은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11–12분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12–14분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14–18분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18–19분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19–21분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21–24분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24–26분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26–27분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27–30분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30–34분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34–37분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37–40분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40–42분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42–44분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44–46분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46–49분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49–52분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52–62분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62–65분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65–67분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67–70분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70–72분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72–75분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75–77분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77–80분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80–81분 (1분)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81–82분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82–83분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83–84분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84–86분 (2분)</a:t>
            </a:r>
          </a:p>
          <a:p/>
          <a:p>
            <a:r>
              <a:t>공식 주소는 아래 링크와 examples/colabfold_walkthrough.md에 있습니다. ColabFold의 AlphaFold2 노트북이며 AlphaFold Server의 AF3 화면과 다릅니다. 브라우저에서 링크를 열고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86–88분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88–90분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90–92분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92–94분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94–96분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96–98분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98–99분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99–101분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101–103분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103–105분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105–107분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107–109분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109–112분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112–114분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114–116분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116–119분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119–129분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129–131분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131–132분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132–134분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134–137분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137–138분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138–140분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140–143분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143–145분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145–148분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148–151분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151–152분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152–155분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155–156분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012–014분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014–018분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018–019분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024–026분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027–030분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034–037분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042–044분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044–046분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046–049분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052–062분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062–065분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067–070분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072–075분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077–080분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081–082분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082–083분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공식 AlphaFold2 노트북을 열고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공식 ColabFold AlphaFold2 노트북 열기 · 클릭</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084–086분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088–090분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094–096분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096–098분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098–099분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099–101분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101–103분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107–109분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109–112분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112–114분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116–119분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119–129분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53 / 79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129–131분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131–132분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132–134분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134–137분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137–138분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138–140분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140–143분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143–145분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145–148분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148–151분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151–152분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152–155분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155–156분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157–158분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168–169분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169–170분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171–176분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79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79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79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
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relationship이 중요한 이유를 보여 줍니다. 이후 homology·ortholog·paralog을 배워 alignment에 들어온 sequence들이 어떤 관계인지 읽고, coevolution과 MSA 입력 조작으로 연binding니다.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weight을 처음부터 다시 training하는 과정이 아닙니다. AF3도 MSA 정보를 사용하지만 Evoformer와 동일한 structure가 아니라 MSA 처리·Pairformer·diffusion으로 역할이 달라집니다. 오늘 구체적 클릭 실습은 AF2 기반 ColabFold로 진행합니다. 다음 두 장에서 왜 여러 sequence를 비교해야 하는지 본 뒤 이 sequence들의 evolutionary relationship을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contact이 있다는 관측 자료는 아닙니다. 네 행만으로 statistical significance·인과 관계·보상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contact이라는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Ortholog과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Paralog은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history을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Ortholog은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ortholog과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redundancy도,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constraint과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Ortholog과 paralog은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contact이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contact을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contact을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effects을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연binding니다.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contact이 없음을 입증하지 않습니다. P에 covariation이 있다는 관찰도 direct contact을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contact이 없음을 입증하지 않습니다. 이 마지막 구분을 확인한 뒤 evolutionary relationship과 sampling의 문제로 연binding니다.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ancestor과 paralog 혼합을 같은 데이터에 연binding니다.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Ortholog을 모아도 common ancestor은 남아 있다</a:t>
            </a:r>
          </a:p>
          <a:p>
            <a:r>
              <a:t>시간: 67–70분 (3분)</a:t>
            </a:r>
          </a:p>
          <a:p/>
          <a:p>
            <a:r>
              <a:t>Ortholog은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Ortholog을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contact으로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paralog을 항상 제거해야 한다는 뜻은 아닙니다. 이 A/B는 gene history이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weight은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function과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neighbor을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residue·atom을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neighbor을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neighbor은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neighbor은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structure를 설명하며 학생이 ColabFold에서 재training한다는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contact이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contact면을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binding력이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연binding니다.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model/weight과 동일 예측 seed 목록, template과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redundancy된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fold과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history을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history이 주어진 gene A/B와 별개입니다. 이 파일에는 speciation·redundancy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Ortholog과 paralog은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Mask은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binding한다.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activity화할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atom을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contact을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그림으로 연binding니다.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contact을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Ortholog과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Paralog은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In-/out-paralog은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relationship은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alignment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alignment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alignment 열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원문     ACDeeEFGHIKLMN</a:t>
            </a:r>
          </a:p>
          <a:p>
            <a:pPr>
              <a:lnSpc>
                <a:spcPts val="2372"/>
              </a:lnSpc>
            </a:pPr>
            <a:r>
              <a:rPr sz="2100" b="0" lang="ko-KR">
                <a:solidFill>
                  <a:srgbClr val="183342"/>
                </a:solidFill>
                <a:latin typeface="Courier New"/>
                <a:ea typeface="Arial Unicode MS"/>
              </a:rPr>
              <a:t>A2 열 대응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열 대응”은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Ortholog/paralog은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contact을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effects과 indirect association도 covariation을 만듭니다. 이 계산만으로 direct contact을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Ortholog을 모아도 common ancestor은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Ortholog을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effects이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Ortholog·paralog과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effects이 남습니다. Alignment·tree·독립 가지의 변화와 structure·실험 근거로 direct contact을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lineage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sequence·redundancy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neighbor을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neighbor은 그대로</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3200400"/>
                <a:gridCol w="5212080"/>
                <a:gridCol w="164592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coordinates틀이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training용입니다.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history을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contact을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Ortholog의 covariation =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association이 남습니다. covariation은 contact을 탐색하는 단서이며 structure 검증이 필요합니다.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MSA cluster 3개 =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 서로 다른 입력에서 같은 structure가 나올 수도 있어 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중20개 = equilibrium population20%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이는 생성물 비율입니다. 물리적 equilibrium distribution을 sampling했다는 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relationship은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
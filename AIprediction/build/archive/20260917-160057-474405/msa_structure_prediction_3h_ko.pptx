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pLDDT·PAE, 6쪽은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11–13분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13–15분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15–19분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19–21분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21–23분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23–26분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26–28분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28–30분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30–33분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33–37분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37–40분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40–43분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43–45분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45–47분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47–49분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49–52분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52–55분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65–68분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68–70분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70–73분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73–75분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75–78분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78–80분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80–83분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83–85분 (2분)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85–86분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86–87분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87–89분 (2분)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89–91분 (2분)</a:t>
            </a:r>
          </a:p>
          <a:p/>
          <a:p>
            <a:r>
              <a:t>공식 주소는 아래 링크와 examples/colabfold_walkthrough.md에 있습니다. ColabFold의 AlphaFold2 노트북이며 AlphaFold Server의 AF3 화면과 다릅니다. 브라우저에서 링크를 열고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91–93분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93–95분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95–97분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97–99분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 · 각 잔기 주변 구조를 얼마나 믿을까?</a:t>
            </a:r>
          </a:p>
          <a:p>
            <a:r>
              <a:t>시간: 99–101분 (2분)</a:t>
            </a:r>
          </a:p>
          <a:p/>
          <a:p>
            <a:r>
              <a:t>피 엘 디 디 티라고 읽고, 맨 앞 p가 predicted라는 점을 강조합니다. 먼저 ‘이 잔기 주변의 접힌 모양을 얼마나 믿을 수 있을까?’라는 질문을 제시합니다. 실제 lDDT-Cα는 기준 구조와 예측 구조에서 주변 Cα 사이 거리들이 얼마나 잘 보존되는지 비교하는 정확도 지표이며, 전체 구조를 한 번에 겹치는 방식에 의존하지 않습니다. 반면 pLDDT는 예측 대상의 정답 구조를 입력받아 채점한 값이 아니라, 학습한 모델이 그 정확도를 추정한 값입니다. AF2는 잔기마다 값을 하나씩 출력합니다. 90을 정답 확률 90% 또는 90 Å로 읽지 않습니다. AF3에서는 원자별 pLDDT를 제공하므로 파일 단위를 확인해야 합니다. 이번 그래프와 실습은 ColabFold의 AF2 잔기별 정의를 따릅니다. 예측 PDB의 B-factor 칸에 이 점수가 저장될 수 있지만 실험 구조의 열운동 인자와 같은 물리량은 아닙니다.</a:t>
            </a:r>
          </a:p>
          <a:p/>
          <a:p>
            <a:r>
              <a:t>출처</a:t>
            </a:r>
          </a:p>
          <a:p>
            <a:r>
              <a:t>[core_af2] Jumper et al. (2021), Highly accurate protein structure prediction with AlphaFold</a:t>
            </a:r>
          </a:p>
          <a:p>
            <a:r>
              <a:t>https://www.nature.com/articles/s41586-021-03819-2</a:t>
            </a:r>
          </a:p>
          <a:p>
            <a:r>
              <a:t>[confidence_afdb] AlphaFold Protein Structure Database: FAQ and confidence interpretation</a:t>
            </a:r>
          </a:p>
          <a:p>
            <a:r>
              <a:t>https://alphafold.ebi.ac.uk/faq</a:t>
            </a:r>
          </a:p>
          <a:p>
            <a:r>
              <a:t>[confidence_af2_code] Google DeepMind AlphaFold2: confidence.py</a:t>
            </a:r>
          </a:p>
          <a:p>
            <a:r>
              <a:t>https://github.com/google-deepmind/alphafold/blob/main/alphafold/common/confidence.py</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101–103분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103–105분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105–107분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107–110분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110–112분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112–114분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114–117분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117–127분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127–129분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129–130분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130–132분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132–135분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135–136분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136–138분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138–141분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141–143분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143–146분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146–149분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149–151분 (2분)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151–154분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154–156분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활동지6쪽을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023–026분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028–030분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043–045분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045–047분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073–075분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078–080분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085–086분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087–089분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공식 AlphaFold2 노트북을 열고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공식 ColabFold AlphaFold2 노트북 열기 · 클릭</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089–091분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091–093분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093–095분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095–097분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097–099분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 · 각 잔기 주변 구조를 얼마나 믿을까?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pLDDT = predicted Local Distance Difference Test</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AF2에서는 잔기별 국소 구조 신뢰도: 0–100, 높을수록 확신</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구조와 비교하는 lDDT-Cα 점수를 모델이 미리 추정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90점은 ‘정답 확률 90%’가 아니며, 거리 단위도 없습니다.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099–101분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101–103분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107–110분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110–112분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112–114분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pLDDT와 PAE 읽기</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117–127분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49 / 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127–129분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129–130분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130–132분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132–135분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135–136분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136–138분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138–141분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141–143분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143–146분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146–149분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149–151분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151–154분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154–156분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157–158분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168–169분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169–170분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171–176분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
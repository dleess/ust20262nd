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 이번 개정에서는 설명 직후 활동지를 바로 풉니다. 활동지 1쪽은 진화 관계, 2쪽은 A3M, 3쪽은 coevolution, 4쪽은 입력 조작, 5쪽은 lDDT 계산과 pLDDT 학습, 6쪽은 pLDDT·PAE, 7쪽은 결과 해석입니다. 실습용 가상 자료와 실제 예측 입력을 구분합니다.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7–9분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9–11분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11–12분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12–14분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14–18분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18–19분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19–21분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21–24분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24–26분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26–27분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27–30분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30–34분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34–37분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37–40분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40–42분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42–44분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44–46분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46–49분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49–52분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52–62분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62–65분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65–67분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67–70분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70–72분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72–75분 (3분)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Depth·clustering·masking은 무엇을 바꾸나?</a:t>
            </a:r>
          </a:p>
          <a:p>
            <a:r>
              <a:t>시간: 75–77분 (2분)</a:t>
            </a:r>
          </a:p>
          <a:p/>
          <a:p>
            <a:r>
              <a:t>앞의 혼합 예제로 돌아가 A와 B를 함께 넣을 때와 A만 넣을 때는 관찰하는 분포 자체가 달라짐을 상기시킵니다. 실제 MSA clustering은 주어진 ortholog/paralog 이름을 그대로 읽는 절차가 아니며 결과 군집이 유전자 중복 계열이나 물리적 구조 상태라는 보장도 없습니다. Depth를 줄이면 드문 조합을 잃고 표집 변동이 커질 수 있습니다. Masking은 해당 위치의 정보와 다른 위치와의 조합 정보를 일부 가리지만 특정 접촉 하나만 정밀하게 끄는 조작은 아닙니다. 이런 조작으로 다른 구조 후보가 보고된 방법들을 다음 절에서 배웁니다. 원래 학습된 가중치를 그대로 쓰는 입력 조작이며, 시도할 때마다 정확도가 향상되거나 원하는 상태가 얻어진다는 뜻은 아닙니다. 예측된 후보의 수를 실제 상태의 확률이나 전이 경로로 해석하지 않습니다.</a:t>
            </a:r>
          </a:p>
          <a:p/>
          <a:p>
            <a:r>
              <a:t>출처</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77–80분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80–81분 (1분)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81–82분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82–83분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83–84분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84–86분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86–88분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88–90분 (2분)</a:t>
            </a:r>
          </a:p>
          <a:p/>
          <a:p>
            <a:r>
              <a:t>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90–92분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92–94분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94–96분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96–98분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98–99분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99–101분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101–103분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103–105분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105–107분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107–109분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109–112분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112–114분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114–116분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116–119분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119–129분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129–131분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131–132분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132–134분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134–137분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137–138분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138–140분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140–143분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143–145분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145–148분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148–151분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151–152분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152–155분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155–156분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156–157분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157–158분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158–160분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160–163분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163–166분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Ortholog·paralog와 공진화(coevolution)를 구조 예측의 단서로 읽기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79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79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79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79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007–009분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79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009–011분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79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011–012분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012–014분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79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014–018분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79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018–019분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019–021분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79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021–024분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79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024–026분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79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79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027–030분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79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030–034분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79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034–037분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79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037–040분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040–042분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79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042–044분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79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044–046분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79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046–049분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79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79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052–062분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24 / 79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062–065분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79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79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067–070분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79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070–072분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79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072–075분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79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 정보를 바꾸어 구조 후보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Depth·clustering·masking은 무엇을 바꾸나?</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017520"/>
                <a:gridCol w="7955279"/>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공변이 관점에서 달라지는 정보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줄이기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조합을 추정할 행 수와 표집된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 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선택된 서열 계열과 그 안의 조합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특정 위치의 잔기 및 그 위치가 참여하는 조합 정보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query에도 제공되는 잔기 분포·조합·계열 구성이 달라짐</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다른 구조가 나와도 생물학적 상태·존재 비율은 별도 검증</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075–077분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79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077–080분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79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79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081–082분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79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082–083분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79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79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사용할 파일: examples/calmodulin_P0DP23.fasta</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084–086분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79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086–088분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79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CALM1 전체 서열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FASTA의 &gt;로 시작하는 제목 줄을 빼고 서열만 붙여넣기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첫 셀 출력에서 length 149와 실제 서열을 확인</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088–090분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79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090–092분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79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092–094분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79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094–096분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79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096–098분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79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098–099분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79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099–101분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79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101–103분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79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103–105분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79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79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107–109분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79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109–112분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79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112–114분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79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114–116분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79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116–119분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79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119–129분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53 / 79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129–131분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79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131–132분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79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132–134분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79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134–137분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79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137–138분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79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138–140분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79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140–143분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79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143–145분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79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145–148분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79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148–151분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79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151–152분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79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152–155분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79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155–156분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79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156–157분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79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157–158분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79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79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160–163분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79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163–166분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79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166–168분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79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168–169분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79</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169–170분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79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79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171–176분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79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176–178분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79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79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79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
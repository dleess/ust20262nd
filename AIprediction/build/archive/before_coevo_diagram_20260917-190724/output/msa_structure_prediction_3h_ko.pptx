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시작부터 ‘왜 AlphaFold를 배우는데 정렬과 진화를 먼저 보나요?’에 답합니다. 도입 2–4장은 query에서 MSA와 구조로 이어지는 흐름, 짧은 MSA의 보존·공변화 예제, 정보의 질과 진화 관계가 중요한 이유를 보여 줍니다. 이후 homology·ortholog·paralog를 배워 정렬에 들어온 서열들이 어떤 관계인지 읽고, coevolution과 MSA 입력 조작으로 연결합니다. 활동지 1쪽은 진화 관계, 2쪽은 A3M, 3쪽은 coevolution, 4쪽은 입력 조작, 5쪽은 lDDT 계산과 pLDDT 학습, 6쪽은 pLDDT·PAE, 7쪽은 결과 해석입니다. 교육용 가상 정렬과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구조를 예측할 서열 하나이며 MSA는 이 표적과 관련된 여러 상동 서열을 대응 위치별로 정렬한 입력입니다. 사용자가 ColabFold에 서열만 넣어도 일반적인 검색 모드에서는 뒤에서 관련 서열을 찾고 MSA를 만듭니다. MSA 파일에는 좌표가 없지만 서열들을 비교하면서 얻는 진화적 제약의 단서가 있습니다. 미리 학습된 AlphaFold2는 MSA 표현과 잔기쌍 표현을 함께 갱신해 좌표를 추론하고 신뢰도를 출력합니다. MSA를 먼저 접촉표로 완전히 바꾼 뒤 그 표만 모델에 넣는다는 뜻은 아닙니다. Template은 이용할 경우 추가하는 기존 구조 정보입니다. 새 query마다 MSA를 만드는 것은 입력 준비이며 신경망 가중치를 처음부터 다시 학습하는 과정이 아닙니다. AF3도 MSA 정보를 사용하지만 Evoformer와 동일한 구조가 아니라 MSA 처리·Pairformer·diffusion으로 역할이 달라집니다. 오늘 구체적 클릭 실습은 AF2 기반 ColabFold로 진행합니다. 다음 두 장에서 왜 여러 서열을 비교해야 하는지 본 뒤 이 서열들의 진화 관계를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한 줄에서는 보이지 않던 단서가 생긴다</a:t>
            </a:r>
          </a:p>
          <a:p>
            <a:r>
              <a:t>시간: 3–5분 (2분)</a:t>
            </a:r>
          </a:p>
          <a:p/>
          <a:p>
            <a:r>
              <a:t>이 예제는 손으로 만든 8열 정렬이며 실습의 149잔기 calmodulin이나 뒤의 12열 A3M과 다른 교육용 자료입니다. Query 한 줄만 보면 C가 이 유전자 가족에서 보존되는지, 3열과6열의 변화가 연결되는지 알 수 없습니다. 여러 행을 나란히 놓으면 2열과8열이 보존되고 3열과6열의 잔기 조합이 함께 달라지는 패턴을 볼 수 있습니다. D·E는 음전하 성질, K·R은 양전하 성질의 예시여서 두 열에서 상보적인 조합을 떠올릴 수 있으나 실제 접촉이 있다는 관측 자료는 아닙니다. 네 행만으로 통계적 유의성·인과 관계·보상 진화를 입증할 수 없습니다. 구조 유지뿐 아니라 기능 제약이나 공통 조상에서도 패턴이 생길 수 있음을 예고합니다. AlphaFold가 이 네 행에서 손으로 표시한 두 열만 사용하는 것은 아니며 많은 위치와 학습한 구조 규칙을 함께 처리합니다. 여기서는 계산 공식을 배우기보다 한 서열에 없는 비교 정보가 MSA에 생긴다는 점을 이해시킵니다. 마지막에 C가 모두 같다는 것을 학생이 직접 가리키도록 합니다.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MSA가 중요한 이유 · 구조를 추론할 단서를 보강</a:t>
            </a:r>
          </a:p>
          <a:p>
            <a:r>
              <a:t>시간: 5–7분 (2분)</a:t>
            </a:r>
          </a:p>
          <a:p/>
          <a:p>
            <a:r>
              <a:t>왜 이 강의에서 AlphaFold 버튼 사용에 앞서 진화를 배우는지 연결합니다. MSA는 표적 한 줄에서 직접 측정할 수 없는 보존과 위치 간 조합 패턴을 제공하므로 구조 추론에 도움이 됩니다. 깊고 다양한 정렬은 이런 단서를 보강할 수 있지만 낮은 coverage·잘못된 정렬·중복된 계열은 행이 많아도 유용한 정보를 보장하지 않습니다. 학습된 모델의 사전 지식도 작용하므로 결과를 MSA 정보만의 산물로 설명하지 않습니다. 이 설명은 MSA가 없으면 어떤 경우에도 구조를 만들 수 없다는 주장도 아닙니다. 마지막 30초에는 ‘같은 query에서 MSA만 바꾸면 무엇이 달라지나’를 구두로 묻습니다. 답은 모델 가중치나 표적 서열 자체가 아니라 예측 때 제공하는 진화적 단서입니다. Depth를 줄이면 행 수와 표집 다양성이, clustering은 선택하는 서열 계열과 조합 분포가, masking은 특정 열의 잔기와 조합 정보가 달라집니다. 이 때문에 같은 query라도 다른 구조 후보가 나올 수 있으나 항상 달라지거나 더 정확해지는 것은 아닙니다. 원하는 상태·평형 점유율을 지정하는 명령이 아니며 후보는 신뢰도와 실험으로 검증합니다. 다음 장의 homology·ortholog·paralog는 바로 ‘MSA 행들은 어떤 관계인가’를 답하기 위한 개념입니다.</a:t>
            </a:r>
          </a:p>
          <a:p/>
          <a:p>
            <a:r>
              <a:t>출처</a:t>
            </a:r>
          </a:p>
          <a:p>
            <a:r>
              <a:t>[intro_af2_overview] EMBL-EBI / Google DeepMind: AlphaFold2 high-level overview</a:t>
            </a:r>
          </a:p>
          <a:p>
            <a:r>
              <a:t>https://www.ebi.ac.uk/training/online/courses/alphafold/inputs-and-outputs/a-high-level-overview/</a:t>
            </a:r>
          </a:p>
          <a:p>
            <a:r>
              <a:t>[intro_msa_quality] EMBL-EBI / Google DeepMind: Customising AlphaFold structure predictions</a:t>
            </a:r>
          </a:p>
          <a:p>
            <a:r>
              <a:t>https://www.ebi.ac.uk/training/online/courses/alphafold/advanced-modeling-and-applications-of-predicted-protein-structures/customising-alphafold-structure-predictions/</a:t>
            </a:r>
          </a:p>
          <a:p>
            <a:r>
              <a:t>[evo_covariation] Rodriguez Horta &amp; Weigt (2021). On the effect of phylogenetic correlations in coevolution-based contact prediction in proteins.</a:t>
            </a:r>
          </a:p>
          <a:p>
            <a:r>
              <a:t>https://journals.plos.org/ploscompbiol/article?id=10.1371/journal.pcbi.1008957</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서열들은 어떤 관계인가?’를 이어받습니다. 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13–15분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15–17분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17–18분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18–20분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20–24분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24–25분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25–27분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30–32분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32–33분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36–40분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42–45분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47–49분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49–51분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54–57분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67–70분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70–72분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72–75분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75–77분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79–82분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93–95분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95–97분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97–99분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99–100분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100–102분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102–104분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104–106분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106–108분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108–110분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110–113분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113–115분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115–117분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117–120분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120–130분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130–132분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132–133분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133–135분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135–138분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138–139분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139–141분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141–144분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144–146분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146–149분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149–152분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152–153분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153–156분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156–157분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157–158분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158–159분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159–161분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161–164분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164–166분 (2분)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관계·coevolution → MSA 조작 → 구조와 신뢰도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구조를 알고 싶은 단백질의 아미노산 서열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검색·정렬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상동 서열 검색 → 다중서열정렬(MSA)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모델의 추론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잔기 사이 관계 추론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구조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원자 좌표 + 예측 신뢰도(pLDDT·PAE)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서열의 대응 위치를 나란히 정렬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학습된 모델이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정렬 위치 / 행: 관련 서열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서열에서 유지되는 위치 → 보존(conservation)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공변화</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이런 패턴은 구조·기능 제약의 단서이며, 직접 접촉을 증명하지는 않습니다.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MSA가 중요한 이유 · 구조를 추론할 단서를 보강</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108960"/>
                <a:gridCol w="4206240"/>
                <a:gridCol w="3657600"/>
              </a:tblGrid>
              <a:tr h="548640">
                <a:tc>
                  <a:txBody>
                    <a:bodyPr/>
                    <a:lstStyle/>
                    <a:p>
                      <a:pPr>
                        <a:lnSpc>
                          <a:spcPct val="110000"/>
                        </a:lnSpc>
                      </a:pPr>
                      <a:r>
                        <a:rPr sz="1900" b="1" lang="ko-KR">
                          <a:solidFill>
                            <a:srgbClr val="FFFFFF"/>
                          </a:solidFill>
                          <a:latin typeface="Arial Unicode MS"/>
                          <a:ea typeface="Arial Unicode MS"/>
                        </a:rPr>
                        <a:t>MSA에서 얻는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구조 예측에 주는 단서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오늘 배울 내용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보존과 다양한 변이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잔기 성질이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Depth·coverage·서열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두 위치의 조합 패턴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위치의 관계를 함께 살필까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Coevolution·열 masking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서열들이 모였는가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계열·공통 조상 효과는 무엇인가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Ortholog·paralog·clustering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MSA는 가능한 구조를 판단할 단서를 보강합니다. 모델의 학습 정보도 함께 작용합니다.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행 100번 복제 ≠ 새로운 진화 정보 100개. 행 수만으로 정확도를 보장할 수 없습니다.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바로 확인: MSA 구성을 바꾸면 무엇이 바뀔까요? → 다음은 행들의 진화 관계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80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80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80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80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80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39번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80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80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80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80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80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80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80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80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54 / 80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80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80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80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80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80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